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BENZ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ระบบติดตามใบกำกับภาษีซื้อและใบหัก ณ ที่จ่าย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9136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Tax Invoice &amp; Withholding Tax Tracker — เอกสารสรุปสำหรับการรีวิวโปรเจกต์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617720"/>
            <a:ext cx="29260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800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วันที่จัดทำ:  </a:t>
            </a:r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 กันยายน 2569
</a:t>
            </a:r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ผู้จัดทำ/ผู้รับผิดชอบ:  </a:t>
            </a:r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Ben (newbenz74@gmail.com)
</a:t>
            </a:r>
            <a:pPr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URL:  </a:t>
            </a:r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tax-invoice-tracker-r7vg.vercel.app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  </a:t>
            </a:r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สรุปภาพรวมและวัตถุประสงค์ของโปรเจกต์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8580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36192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ระบบคืออะไร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ระบบกลางบนเว็บที่ทดแทนการทำงานด้วยไฟล์ Excel และเอกสารกระดาษของฝ่ายบัญชี ครอบคลุมการติดตามใบกำกับภาษีซื้อ การออกหนังสือรับรองหักภาษี ณ ที่จ่าย การกระทบยอดธนาคาร และการจัดการหลายบริษัทในระบบเดียว โดยแยกสิทธิ์การเข้าถึงข้อมูลตามบริษัทอย่างเข้มงวด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วัตถุประสงค์หลัก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310128"/>
            <a:ext cx="6309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ลดความผิดพลาดจากการกรอกข้อมูล/คำนวณด้วยมือ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ป้องกันการยื่นภาษีซื้อเกินกำหนดเวลา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ออกใบหัก ณ ที่จ่ายพร้อมเลขที่อัตโนมัติ + ส่งอีเมลอัตโนมัติ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กระทบยอดธนาคารเร็วขึ้นด้วยการจับคู่อัตโนมัติ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แยกข้อมูลแต่ละบริษัทปลอดภัย พร้อมพอร์ทัลให้ลูกค้าภายนอก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58064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URL: tax-invoice-tracker-r7vg.vercel.app  |  โฮสติ้ง: Vercel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35240" y="132588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35240" y="1435608"/>
            <a:ext cx="196596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26680" y="2066544"/>
            <a:ext cx="1783080" cy="432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บริษัทในระบบ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784080" y="132588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784080" y="1435608"/>
            <a:ext cx="196596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875520" y="2066544"/>
            <a:ext cx="1783080" cy="432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ใบกำกับภาษีซื้อ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35240" y="274320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35240" y="2852928"/>
            <a:ext cx="196596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188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726680" y="3483864"/>
            <a:ext cx="1783080" cy="432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คู่ค้า/ผู้ติดต่อ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84080" y="2743200"/>
            <a:ext cx="1965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84080" y="2852928"/>
            <a:ext cx="1965960" cy="678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875520" y="3483864"/>
            <a:ext cx="1783080" cy="4320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ใบหักฯ ออกแล้ว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35240" y="416052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4270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ข้อมูลจริงในระบบ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72400" y="45720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รอบกระทบยอดธนาคาร 1 รอบ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รายการธนาคาร 365 | GL 280 | จับคู่แล้ว 273 คู่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6528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BENZ — Tax Invoice &amp; WHT Tracker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1.1  </a:t>
            </a:r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เทคโนโลยีหลักที่ใช้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934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9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563624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Next.js 16 + React 19 + TypeScript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85623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Frontend/Backend แบบ App Router รองรับ Server Components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42032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496312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Supabase (PostgreSQL)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27889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ฐานข้อมูล + Authentication + Row Level Security + Storage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28416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42900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Tailwind CSS v4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72160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ออกแบบ UI ธีมกระจกเข้ม (dark glass) ทันสมัย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61104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407408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407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36168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Vercel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65429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โฮสติ้ง + CI/CD อัตโนมัติทุกครั้งที่ push โค้ด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93792"/>
            <a:ext cx="110642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340096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40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@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29437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Gmail SMTP (nodemailer)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558698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ส่งใบหัก ณ ที่จ่ายเป็น PDF ให้คู่ค้าทางอีเมลอัตโนมัติ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6528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BENZ — Tax Invoice &amp; WHT Tracker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Before → After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ขั้นตอนการทำงานก่อนและหลังใช้เครื่องมือ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20440" cy="41148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25112" y="1280160"/>
            <a:ext cx="3520440" cy="411480"/>
          </a:xfrm>
          <a:prstGeom prst="roundRect">
            <a:avLst>
              <a:gd name="adj" fmla="val 13333"/>
            </a:avLst>
          </a:prstGeom>
          <a:solidFill>
            <a:srgbClr val="7F1D1D"/>
          </a:solidFill>
          <a:ln/>
        </p:spPr>
      </p:sp>
      <p:sp>
        <p:nvSpPr>
          <p:cNvPr id="7" name="Text 5"/>
          <p:cNvSpPr/>
          <p:nvPr/>
        </p:nvSpPr>
        <p:spPr>
          <a:xfrm>
            <a:off x="4325112" y="12801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ECAC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ก่อนใช้ระบบ (Before)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101584" y="1280160"/>
            <a:ext cx="3520440" cy="411480"/>
          </a:xfrm>
          <a:prstGeom prst="roundRect">
            <a:avLst>
              <a:gd name="adj" fmla="val 13333"/>
            </a:avLst>
          </a:prstGeom>
          <a:solidFill>
            <a:srgbClr val="14532D"/>
          </a:solidFill>
          <a:ln/>
        </p:spPr>
      </p:sp>
      <p:sp>
        <p:nvSpPr>
          <p:cNvPr id="9" name="Text 7"/>
          <p:cNvSpPr/>
          <p:nvPr/>
        </p:nvSpPr>
        <p:spPr>
          <a:xfrm>
            <a:off x="8101584" y="12801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BF7D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หลังใช้ระบบ (After)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75564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755648"/>
            <a:ext cx="3246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ติดตามใบกำกับภาษีซื้อ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25112" y="175564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828800"/>
            <a:ext cx="3246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จดใน Excel แยกไฟล์ ไล่เช็คด้วยตา เสี่ยงยื่นภาษีเกินกำหนด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75564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1828800"/>
            <a:ext cx="3246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สถานะอัปเดตอัตโนมัติ พร้อมรายงานใบที่เกินกำหนด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5292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52928"/>
            <a:ext cx="3246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ออกใบหัก ณ ที่จ่าย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25112" y="285292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2926080"/>
            <a:ext cx="3246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พิมพ์ Word เอง กำหนดเลขที่เอง เสี่ยงเลขซ้ำ คำนวณด้วยมือ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01584" y="285292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38744" y="2926080"/>
            <a:ext cx="3246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เลขที่รันอัตโนมัติ คำนวณอัตโนมัติ ได้ PDF + ส่งอีเมลในคลิกเดียว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5020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950208"/>
            <a:ext cx="3246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กระทบยอดธนาคาร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25112" y="395020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62272" y="4023360"/>
            <a:ext cx="3246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เทียบด้วยมือทีละบรรทัดใน Excel ใช้เวลานาน เสี่ยงตกหล่น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01584" y="395020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38744" y="4023360"/>
            <a:ext cx="3246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จับคู่อัตโนมัติก่อน ปรับด้วยมือที่เหลือ เก็บประวัติทุกรอบ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4748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047488"/>
            <a:ext cx="3246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ข้อมูลหลายบริษัท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25112" y="504748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62272" y="5120640"/>
            <a:ext cx="3246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แยกไฟล์/โฟลเดอร์เอง เสี่ยงข้อมูลปนกัน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01584" y="5047488"/>
            <a:ext cx="3520440" cy="1024128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38744" y="5120640"/>
            <a:ext cx="3246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สลับบริษัทได้จากเมนูเดียว กันข้อมูลด้วย RLS ระดับฐานข้อมูล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6528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BENZ — Tax Invoice &amp; WHT Tracker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 </a:t>
            </a:r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Workflow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แผนภาพแสดงขั้นตอนการทำงาน</a:t>
            </a:r>
            <a:endParaRPr lang="en-US" sz="1300" dirty="0"/>
          </a:p>
        </p:txBody>
      </p:sp>
      <p:pic>
        <p:nvPicPr>
          <p:cNvPr id="4" name="Image 0" descr="/sessions/ecstatic-zen-curie/mnt/outputs/work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0186" y="1371600"/>
            <a:ext cx="9288581" cy="4983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 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0" y="6528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BENZ — Tax Invoice &amp; WHT Tracker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  </a:t>
            </a:r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Test Cases &amp;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กรณีทดสอบและผลการทดสอบ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0723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81328"/>
            <a:ext cx="3072384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501/501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47672"/>
            <a:ext cx="2889504" cy="336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Unit Tests ผ่าน (Vitest)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785616" y="1371600"/>
            <a:ext cx="30723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85616" y="1481328"/>
            <a:ext cx="3072384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877056" y="1947672"/>
            <a:ext cx="2889504" cy="336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ไฟล์ทดสอบ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96312"/>
            <a:ext cx="30723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2606040"/>
            <a:ext cx="3072384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3072384"/>
            <a:ext cx="2889504" cy="336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E2E Suite (Playwright)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85616" y="2496312"/>
            <a:ext cx="3072384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85616" y="2606040"/>
            <a:ext cx="3072384" cy="528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877056" y="3072384"/>
            <a:ext cx="2889504" cy="336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Type/Lint Errors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6309360" cy="2642616"/>
          </a:xfrm>
          <a:prstGeom prst="roundRect">
            <a:avLst>
              <a:gd name="adj" fmla="val 27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95344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สรุปการทดสอบแต่ละระดับ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261104"/>
            <a:ext cx="146304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Unit Tests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4261104"/>
            <a:ext cx="228600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Vitest — 501 เทสต์เคส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4261104"/>
            <a:ext cx="224028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ผ่านทั้งหมด (2 ก.ย. 2569)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4634179"/>
            <a:ext cx="5760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61611"/>
            <a:ext cx="146304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Type Check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4661611"/>
            <a:ext cx="228600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tsc --noEmit ทั้งโปรเจกต์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4661611"/>
            <a:ext cx="224028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ผ่าน ไม่มี type error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5034686"/>
            <a:ext cx="5760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062118"/>
            <a:ext cx="146304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Lint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6000" y="5062118"/>
            <a:ext cx="228600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ESLint ทั้งโปรเจกต์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5062118"/>
            <a:ext cx="224028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ผ่าน ไม่มี warning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2960" y="5435194"/>
            <a:ext cx="5760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462626"/>
            <a:ext cx="146304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E2E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86000" y="5462626"/>
            <a:ext cx="228600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Playwright 15 suite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5462626"/>
            <a:ext cx="224028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รันก่อนปล่อยฟีเจอร์ใหญ่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2960" y="5835701"/>
            <a:ext cx="5760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863133"/>
            <a:ext cx="146304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DB Verify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86000" y="5863133"/>
            <a:ext cx="228600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SQL rollback dry-run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0" y="5863133"/>
            <a:ext cx="2240280" cy="354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ก่อน apply migration ทุกครั้ง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86600" y="1371600"/>
            <a:ext cx="4553712" cy="5029200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1481328"/>
            <a:ext cx="41879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ตัวอย่างผลลัพธ์จริงจากระบบ — PDF ใบหัก ณ ที่จ่าย</a:t>
            </a:r>
            <a:endParaRPr lang="en-US" sz="1100" dirty="0"/>
          </a:p>
        </p:txBody>
      </p:sp>
      <p:pic>
        <p:nvPicPr>
          <p:cNvPr id="39" name="Image 0" descr="/sessions/ecstatic-zen-curie/mnt/outputs/wht-cert-v4-page1.png">    </p:cNvPr>
          <p:cNvPicPr>
            <a:picLocks noChangeAspect="1"/>
          </p:cNvPicPr>
          <p:nvPr/>
        </p:nvPicPr>
        <p:blipFill>
          <a:blip r:embed="rId1"/>
          <a:srcRect l="0" r="0" t="-3082" b="-3082"/>
          <a:stretch/>
        </p:blipFill>
        <p:spPr>
          <a:xfrm>
            <a:off x="7360920" y="2011680"/>
            <a:ext cx="4005072" cy="425196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 6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772400" y="6528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BENZ — Tax Invoice &amp; WHT Tracker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  </a:t>
            </a:r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Security Information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ข้อมูลด้านความปลอดภัยและสิทธิ์การเข้าถึง (1/2)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55448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การยืนยันตัวตน (Authentication)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8470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Supabase Auth (อีเมล/รหัสผ่าน) แยกช่องทาง /login (พนักงานภายใน) กับ /external/login (ลูกค้าภายนอก) คนละสิทธิ์กันโดยสิ้นเชิง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8346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การแบ่งแยกข้อมูลรายบริษัท (Data Isolation)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12724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เปิด Row Level Security ครบทั้ง 12 ตาราง ทุกคำสั่งกรองผ่านฟังก์ชัน is_company_member() บังคับใช้ระดับฐานข้อมูล ไม่ใช่แค่ซ่อนปุ่มหน้าเว็บ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11480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สิทธิ์ผู้ดูแลระบบ (Admin Control)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40740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อนุมัติสมาชิกใหม่ทำได้เฉพาะบัญชีแอดมิน (Ben) เท่านั้น บังคับด้วยฟังก์ชันฝั่งเซิร์ฟเวอร์ที่เช็ค user id ตรงๆ ก่อนอนุญาตทุกครั้ง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4406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39496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พอร์ทัลผู้ใช้ภายนอก (External Viewer)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568756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สมัครเองได้ แต่ไม่เห็นข้อมูลจนกว่าแอดมินให้สิทธิ์รายบริษัท เห็นเฉพาะใบหักฯ ที่ได้รับอนุญาต ถอนสิทธิ์ได้ทุกเมื่อ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 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6528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BENZ — Tax Invoice &amp; WHT Tracker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  </a:t>
            </a:r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Security Information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ข้อมูลด้านความปลอดภัยและสิทธิ์การเข้าถึง (2/2)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361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การจัดการข้อมูลลับ (Secrets)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คีย์ Supabase และ Gmail App Password เก็บเป็น Environment Variables เท่านั้น ไม่ commit เข้า Git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ต้องตั้งค่าแยกกันระหว่างเครื่อง dev (.env.local) กับเซิร์ฟเวอร์ production บน Vercel — เป็นจุดที่ต้องตรวจสอบให้ตรงกันทุกครั้ง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4846320" cy="2423160"/>
          </a:xfrm>
          <a:prstGeom prst="roundRect">
            <a:avLst>
              <a:gd name="adj" fmla="val 226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6393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งานด้านความปลอดภัยที่อยู่ระหว่างดำเนินการ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9776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9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ตัวแปร GMAIL_USER / GMAIL_APP_PASSWORD สำหรับส่งอีเมลใบหักฯ ยังตั้งค่าไว้เฉพาะบนเครื่อง dev เท่านั้น อยู่ระหว่างนำไปตั้งค่าเพิ่มในสภาพแวดล้อม production บน Vercel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50292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9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แนะนำ: เปิดใช้ "Leaked Password Protection" ใน Supabase Auth (เช็ครหัสผ่านรั่วไหลกับ HaveIBeenPwned) — ยังไม่ได้เปิดใช้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53619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ผลตรวจสอบล่าสุดจาก Supabase Security Advisor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92240" y="219456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2304288"/>
            <a:ext cx="237744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583680" y="2825496"/>
            <a:ext cx="2194560" cy="368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คำเตือนทั้งหมด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219456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93B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0" y="2304288"/>
            <a:ext cx="237744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0" y="2825496"/>
            <a:ext cx="2194560" cy="3680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เป็นพฤติกรรมที่ตั้งใจ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342900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 รายการ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เป็นฟังก์ชัน SECURITY DEFINER ที่ตรวจสิทธิ์ auth.uid() ภายในตัวเองอยู่แล้ว (เช่น approve_member) — ไม่ใช่ช่องโหว่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 รายการ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เป็นข้อเสนอแนะที่ยังไม่เปิดใช้: Leaked Password Protection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 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6528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BENZ — Tax Invoice &amp; WHT Tracker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Owner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ผู้รับผิดชอบหลักของโปรเจกต์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28600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2860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468880" y="2331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68880" y="2788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newbenz74@gmail.com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3520440"/>
            <a:ext cx="62179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657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บทบาท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950208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เจ้าของระบบ / ผู้ดูแลระบบ (Admin) — บัญชีเดียวในระบบที่มีสิทธิ์อนุมัติสมาชิกใหม่, ให้/ถอนสิทธิ์ผู้ใช้ภายนอกรายบริษัท, และตัดสินใจด้านการตั้งค่าระบบทั้งหมด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4800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ขอบเขตความรับผิดชอบ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5093208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กำหนดทิศทางฟีเจอร์, ตรวจสอบและอนุมัติการเปลี่ยนแปลงฐานข้อมูล (migration) ก่อนนำขึ้นใช้งานจริงทุกครั้ง, ดูแลการตั้งค่าบริษัทและผู้ใช้งานทั้งหมด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01000" y="192024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31089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ขอบคุณครับ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83880" y="36118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พร้อมรับฟังคำแนะนำจากทีมตรวจสอบ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หน้า 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6528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BENZ — Tax Invoice &amp; WHT Tracker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2026-09-02T02:41:52Z</dcterms:created>
  <dcterms:modified xsi:type="dcterms:W3CDTF">2026-09-02T02:41:52Z</dcterms:modified>
</cp:coreProperties>
</file>